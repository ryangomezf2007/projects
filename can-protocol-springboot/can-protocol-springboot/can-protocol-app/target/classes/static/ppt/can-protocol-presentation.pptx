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2FE216-B00C-4FF6-B8CD-7ECFBBC17A7C}" v="19" dt="2026-06-26T07:03:03.8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2316" autoAdjust="0"/>
  </p:normalViewPr>
  <p:slideViewPr>
    <p:cSldViewPr snapToGrid="0">
      <p:cViewPr varScale="1">
        <p:scale>
          <a:sx n="88" d="100"/>
          <a:sy n="88" d="100"/>
        </p:scale>
        <p:origin x="45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k r" userId="172055a9e0ee7239" providerId="LiveId" clId="{0E0843A9-1C2F-44F7-B5E3-385FD449B42A}"/>
    <pc:docChg chg="custSel addSld delSld modSld">
      <pc:chgData name="rick r" userId="172055a9e0ee7239" providerId="LiveId" clId="{0E0843A9-1C2F-44F7-B5E3-385FD449B42A}" dt="2026-06-26T07:03:03.865" v="2199"/>
      <pc:docMkLst>
        <pc:docMk/>
      </pc:docMkLst>
      <pc:sldChg chg="modTransition">
        <pc:chgData name="rick r" userId="172055a9e0ee7239" providerId="LiveId" clId="{0E0843A9-1C2F-44F7-B5E3-385FD449B42A}" dt="2026-06-26T07:01:37.422" v="2186"/>
        <pc:sldMkLst>
          <pc:docMk/>
          <pc:sldMk cId="3586508422" sldId="256"/>
        </pc:sldMkLst>
      </pc:sldChg>
      <pc:sldChg chg="modTransition">
        <pc:chgData name="rick r" userId="172055a9e0ee7239" providerId="LiveId" clId="{0E0843A9-1C2F-44F7-B5E3-385FD449B42A}" dt="2026-06-26T07:01:41.542" v="2187"/>
        <pc:sldMkLst>
          <pc:docMk/>
          <pc:sldMk cId="3364316226" sldId="257"/>
        </pc:sldMkLst>
      </pc:sldChg>
      <pc:sldChg chg="modTransition">
        <pc:chgData name="rick r" userId="172055a9e0ee7239" providerId="LiveId" clId="{0E0843A9-1C2F-44F7-B5E3-385FD449B42A}" dt="2026-06-26T07:01:45.010" v="2188"/>
        <pc:sldMkLst>
          <pc:docMk/>
          <pc:sldMk cId="2613253870" sldId="258"/>
        </pc:sldMkLst>
      </pc:sldChg>
      <pc:sldChg chg="modTransition">
        <pc:chgData name="rick r" userId="172055a9e0ee7239" providerId="LiveId" clId="{0E0843A9-1C2F-44F7-B5E3-385FD449B42A}" dt="2026-06-26T07:01:48.325" v="2189"/>
        <pc:sldMkLst>
          <pc:docMk/>
          <pc:sldMk cId="1178584506" sldId="259"/>
        </pc:sldMkLst>
      </pc:sldChg>
      <pc:sldChg chg="modTransition">
        <pc:chgData name="rick r" userId="172055a9e0ee7239" providerId="LiveId" clId="{0E0843A9-1C2F-44F7-B5E3-385FD449B42A}" dt="2026-06-26T07:01:51.891" v="2190"/>
        <pc:sldMkLst>
          <pc:docMk/>
          <pc:sldMk cId="4171698034" sldId="260"/>
        </pc:sldMkLst>
      </pc:sldChg>
      <pc:sldChg chg="addSp delSp modSp mod modTransition">
        <pc:chgData name="rick r" userId="172055a9e0ee7239" providerId="LiveId" clId="{0E0843A9-1C2F-44F7-B5E3-385FD449B42A}" dt="2026-06-26T07:01:57.865" v="2191"/>
        <pc:sldMkLst>
          <pc:docMk/>
          <pc:sldMk cId="2712190998" sldId="261"/>
        </pc:sldMkLst>
        <pc:spChg chg="mod">
          <ac:chgData name="rick r" userId="172055a9e0ee7239" providerId="LiveId" clId="{0E0843A9-1C2F-44F7-B5E3-385FD449B42A}" dt="2026-06-26T06:30:07.571" v="10" actId="20577"/>
          <ac:spMkLst>
            <pc:docMk/>
            <pc:sldMk cId="2712190998" sldId="261"/>
            <ac:spMk id="2" creationId="{32AA5BF1-E42E-01BB-6B23-D52B0745EBCE}"/>
          </ac:spMkLst>
        </pc:spChg>
        <pc:spChg chg="del">
          <ac:chgData name="rick r" userId="172055a9e0ee7239" providerId="LiveId" clId="{0E0843A9-1C2F-44F7-B5E3-385FD449B42A}" dt="2026-06-26T06:30:10.834" v="11"/>
          <ac:spMkLst>
            <pc:docMk/>
            <pc:sldMk cId="2712190998" sldId="261"/>
            <ac:spMk id="3" creationId="{0EC62F29-2C82-F11D-256B-8AC5EB21FC49}"/>
          </ac:spMkLst>
        </pc:spChg>
        <pc:picChg chg="add mod modCrop">
          <ac:chgData name="rick r" userId="172055a9e0ee7239" providerId="LiveId" clId="{0E0843A9-1C2F-44F7-B5E3-385FD449B42A}" dt="2026-06-26T06:30:35.075" v="15" actId="1076"/>
          <ac:picMkLst>
            <pc:docMk/>
            <pc:sldMk cId="2712190998" sldId="261"/>
            <ac:picMk id="4" creationId="{CEA26246-A239-83D6-3D9C-AB7B12DC2BDC}"/>
          </ac:picMkLst>
        </pc:picChg>
      </pc:sldChg>
      <pc:sldChg chg="addSp delSp modSp new mod modTransition">
        <pc:chgData name="rick r" userId="172055a9e0ee7239" providerId="LiveId" clId="{0E0843A9-1C2F-44F7-B5E3-385FD449B42A}" dt="2026-06-26T07:02:05.562" v="2192"/>
        <pc:sldMkLst>
          <pc:docMk/>
          <pc:sldMk cId="547271796" sldId="262"/>
        </pc:sldMkLst>
        <pc:spChg chg="mod">
          <ac:chgData name="rick r" userId="172055a9e0ee7239" providerId="LiveId" clId="{0E0843A9-1C2F-44F7-B5E3-385FD449B42A}" dt="2026-06-26T06:30:49.968" v="28" actId="20577"/>
          <ac:spMkLst>
            <pc:docMk/>
            <pc:sldMk cId="547271796" sldId="262"/>
            <ac:spMk id="2" creationId="{C2A1CA6F-D569-246D-B6F3-649DC6D7A4DA}"/>
          </ac:spMkLst>
        </pc:spChg>
        <pc:spChg chg="del mod">
          <ac:chgData name="rick r" userId="172055a9e0ee7239" providerId="LiveId" clId="{0E0843A9-1C2F-44F7-B5E3-385FD449B42A}" dt="2026-06-26T06:31:16.417" v="30" actId="22"/>
          <ac:spMkLst>
            <pc:docMk/>
            <pc:sldMk cId="547271796" sldId="262"/>
            <ac:spMk id="3" creationId="{418D1815-9537-8895-4F49-81682A16523A}"/>
          </ac:spMkLst>
        </pc:spChg>
        <pc:picChg chg="add mod ord modCrop">
          <ac:chgData name="rick r" userId="172055a9e0ee7239" providerId="LiveId" clId="{0E0843A9-1C2F-44F7-B5E3-385FD449B42A}" dt="2026-06-26T06:31:52.048" v="37" actId="1076"/>
          <ac:picMkLst>
            <pc:docMk/>
            <pc:sldMk cId="547271796" sldId="262"/>
            <ac:picMk id="5" creationId="{A949628F-20E2-3313-6710-30B5F1B72D15}"/>
          </ac:picMkLst>
        </pc:picChg>
      </pc:sldChg>
      <pc:sldChg chg="modSp new mod modTransition">
        <pc:chgData name="rick r" userId="172055a9e0ee7239" providerId="LiveId" clId="{0E0843A9-1C2F-44F7-B5E3-385FD449B42A}" dt="2026-06-26T07:02:13.301" v="2193"/>
        <pc:sldMkLst>
          <pc:docMk/>
          <pc:sldMk cId="2184160354" sldId="263"/>
        </pc:sldMkLst>
        <pc:spChg chg="mod">
          <ac:chgData name="rick r" userId="172055a9e0ee7239" providerId="LiveId" clId="{0E0843A9-1C2F-44F7-B5E3-385FD449B42A}" dt="2026-06-26T06:33:03.075" v="63" actId="1076"/>
          <ac:spMkLst>
            <pc:docMk/>
            <pc:sldMk cId="2184160354" sldId="263"/>
            <ac:spMk id="2" creationId="{F64F0F2A-24D9-410D-2C6D-955464A30685}"/>
          </ac:spMkLst>
        </pc:spChg>
        <pc:spChg chg="mod">
          <ac:chgData name="rick r" userId="172055a9e0ee7239" providerId="LiveId" clId="{0E0843A9-1C2F-44F7-B5E3-385FD449B42A}" dt="2026-06-26T06:34:57.551" v="237" actId="14100"/>
          <ac:spMkLst>
            <pc:docMk/>
            <pc:sldMk cId="2184160354" sldId="263"/>
            <ac:spMk id="3" creationId="{07015CA5-A431-AD0B-B978-A69D04B8884A}"/>
          </ac:spMkLst>
        </pc:spChg>
      </pc:sldChg>
      <pc:sldChg chg="modSp new mod modTransition">
        <pc:chgData name="rick r" userId="172055a9e0ee7239" providerId="LiveId" clId="{0E0843A9-1C2F-44F7-B5E3-385FD449B42A}" dt="2026-06-26T07:02:19.683" v="2194"/>
        <pc:sldMkLst>
          <pc:docMk/>
          <pc:sldMk cId="1105507058" sldId="264"/>
        </pc:sldMkLst>
        <pc:spChg chg="mod">
          <ac:chgData name="rick r" userId="172055a9e0ee7239" providerId="LiveId" clId="{0E0843A9-1C2F-44F7-B5E3-385FD449B42A}" dt="2026-06-26T06:35:56.276" v="268" actId="1076"/>
          <ac:spMkLst>
            <pc:docMk/>
            <pc:sldMk cId="1105507058" sldId="264"/>
            <ac:spMk id="2" creationId="{9AED120C-3F31-2C7F-4E23-E6648F45A619}"/>
          </ac:spMkLst>
        </pc:spChg>
        <pc:spChg chg="mod">
          <ac:chgData name="rick r" userId="172055a9e0ee7239" providerId="LiveId" clId="{0E0843A9-1C2F-44F7-B5E3-385FD449B42A}" dt="2026-06-26T06:39:36.526" v="667" actId="1076"/>
          <ac:spMkLst>
            <pc:docMk/>
            <pc:sldMk cId="1105507058" sldId="264"/>
            <ac:spMk id="3" creationId="{D6236526-5B1F-78E1-5065-B2EA475A82D2}"/>
          </ac:spMkLst>
        </pc:spChg>
      </pc:sldChg>
      <pc:sldChg chg="modSp new mod modTransition">
        <pc:chgData name="rick r" userId="172055a9e0ee7239" providerId="LiveId" clId="{0E0843A9-1C2F-44F7-B5E3-385FD449B42A}" dt="2026-06-26T07:02:27.293" v="2195"/>
        <pc:sldMkLst>
          <pc:docMk/>
          <pc:sldMk cId="403413156" sldId="265"/>
        </pc:sldMkLst>
        <pc:spChg chg="mod">
          <ac:chgData name="rick r" userId="172055a9e0ee7239" providerId="LiveId" clId="{0E0843A9-1C2F-44F7-B5E3-385FD449B42A}" dt="2026-06-26T06:42:27.774" v="728" actId="1076"/>
          <ac:spMkLst>
            <pc:docMk/>
            <pc:sldMk cId="403413156" sldId="265"/>
            <ac:spMk id="2" creationId="{2B9FD96A-581A-B38A-5C27-59BE4FFB4274}"/>
          </ac:spMkLst>
        </pc:spChg>
        <pc:spChg chg="mod">
          <ac:chgData name="rick r" userId="172055a9e0ee7239" providerId="LiveId" clId="{0E0843A9-1C2F-44F7-B5E3-385FD449B42A}" dt="2026-06-26T06:46:02.399" v="1004" actId="1076"/>
          <ac:spMkLst>
            <pc:docMk/>
            <pc:sldMk cId="403413156" sldId="265"/>
            <ac:spMk id="3" creationId="{F5F62078-996D-D710-F00E-FBF650CC3D0D}"/>
          </ac:spMkLst>
        </pc:spChg>
      </pc:sldChg>
      <pc:sldChg chg="modSp new del mod">
        <pc:chgData name="rick r" userId="172055a9e0ee7239" providerId="LiveId" clId="{0E0843A9-1C2F-44F7-B5E3-385FD449B42A}" dt="2026-06-26T06:42:10.280" v="710" actId="2696"/>
        <pc:sldMkLst>
          <pc:docMk/>
          <pc:sldMk cId="442739839" sldId="265"/>
        </pc:sldMkLst>
        <pc:spChg chg="mod">
          <ac:chgData name="rick r" userId="172055a9e0ee7239" providerId="LiveId" clId="{0E0843A9-1C2F-44F7-B5E3-385FD449B42A}" dt="2026-06-26T06:41:50.226" v="708" actId="27636"/>
          <ac:spMkLst>
            <pc:docMk/>
            <pc:sldMk cId="442739839" sldId="265"/>
            <ac:spMk id="2" creationId="{BB2A3522-08A8-2629-36C0-DD9AE569DB36}"/>
          </ac:spMkLst>
        </pc:spChg>
        <pc:spChg chg="mod">
          <ac:chgData name="rick r" userId="172055a9e0ee7239" providerId="LiveId" clId="{0E0843A9-1C2F-44F7-B5E3-385FD449B42A}" dt="2026-06-26T06:41:52.954" v="709" actId="1076"/>
          <ac:spMkLst>
            <pc:docMk/>
            <pc:sldMk cId="442739839" sldId="265"/>
            <ac:spMk id="3" creationId="{C79634E0-4AD4-C005-01F3-E802A6F3BCE5}"/>
          </ac:spMkLst>
        </pc:spChg>
      </pc:sldChg>
      <pc:sldChg chg="modSp new mod modTransition">
        <pc:chgData name="rick r" userId="172055a9e0ee7239" providerId="LiveId" clId="{0E0843A9-1C2F-44F7-B5E3-385FD449B42A}" dt="2026-06-26T07:02:34.479" v="2196"/>
        <pc:sldMkLst>
          <pc:docMk/>
          <pc:sldMk cId="1530398105" sldId="266"/>
        </pc:sldMkLst>
        <pc:spChg chg="mod">
          <ac:chgData name="rick r" userId="172055a9e0ee7239" providerId="LiveId" clId="{0E0843A9-1C2F-44F7-B5E3-385FD449B42A}" dt="2026-06-26T06:48:43.896" v="1024" actId="1076"/>
          <ac:spMkLst>
            <pc:docMk/>
            <pc:sldMk cId="1530398105" sldId="266"/>
            <ac:spMk id="2" creationId="{875CD261-9059-2DD4-E9C6-E33E202FC30C}"/>
          </ac:spMkLst>
        </pc:spChg>
        <pc:spChg chg="mod">
          <ac:chgData name="rick r" userId="172055a9e0ee7239" providerId="LiveId" clId="{0E0843A9-1C2F-44F7-B5E3-385FD449B42A}" dt="2026-06-26T06:51:45.330" v="1434" actId="20577"/>
          <ac:spMkLst>
            <pc:docMk/>
            <pc:sldMk cId="1530398105" sldId="266"/>
            <ac:spMk id="3" creationId="{A49911F5-8CA7-FF52-7945-AA727F313EFA}"/>
          </ac:spMkLst>
        </pc:spChg>
      </pc:sldChg>
      <pc:sldChg chg="modSp new mod modTransition">
        <pc:chgData name="rick r" userId="172055a9e0ee7239" providerId="LiveId" clId="{0E0843A9-1C2F-44F7-B5E3-385FD449B42A}" dt="2026-06-26T07:02:41.866" v="2197"/>
        <pc:sldMkLst>
          <pc:docMk/>
          <pc:sldMk cId="401609262" sldId="267"/>
        </pc:sldMkLst>
        <pc:spChg chg="mod">
          <ac:chgData name="rick r" userId="172055a9e0ee7239" providerId="LiveId" clId="{0E0843A9-1C2F-44F7-B5E3-385FD449B42A}" dt="2026-06-26T06:53:04.881" v="1486" actId="20577"/>
          <ac:spMkLst>
            <pc:docMk/>
            <pc:sldMk cId="401609262" sldId="267"/>
            <ac:spMk id="2" creationId="{3F7CF3EA-4EC2-7AEA-1D17-EA0B85D3A522}"/>
          </ac:spMkLst>
        </pc:spChg>
        <pc:spChg chg="mod">
          <ac:chgData name="rick r" userId="172055a9e0ee7239" providerId="LiveId" clId="{0E0843A9-1C2F-44F7-B5E3-385FD449B42A}" dt="2026-06-26T06:57:28.904" v="1963" actId="20577"/>
          <ac:spMkLst>
            <pc:docMk/>
            <pc:sldMk cId="401609262" sldId="267"/>
            <ac:spMk id="3" creationId="{5C113F0F-4FCF-CC08-4918-3500EA62D197}"/>
          </ac:spMkLst>
        </pc:spChg>
      </pc:sldChg>
      <pc:sldChg chg="modSp new mod modTransition">
        <pc:chgData name="rick r" userId="172055a9e0ee7239" providerId="LiveId" clId="{0E0843A9-1C2F-44F7-B5E3-385FD449B42A}" dt="2026-06-26T07:02:51.733" v="2198"/>
        <pc:sldMkLst>
          <pc:docMk/>
          <pc:sldMk cId="3312129760" sldId="268"/>
        </pc:sldMkLst>
        <pc:spChg chg="mod">
          <ac:chgData name="rick r" userId="172055a9e0ee7239" providerId="LiveId" clId="{0E0843A9-1C2F-44F7-B5E3-385FD449B42A}" dt="2026-06-26T06:58:26.606" v="1981" actId="1076"/>
          <ac:spMkLst>
            <pc:docMk/>
            <pc:sldMk cId="3312129760" sldId="268"/>
            <ac:spMk id="2" creationId="{7710BFC6-6D2B-A3C3-3F67-66AAE43D53CC}"/>
          </ac:spMkLst>
        </pc:spChg>
        <pc:spChg chg="mod">
          <ac:chgData name="rick r" userId="172055a9e0ee7239" providerId="LiveId" clId="{0E0843A9-1C2F-44F7-B5E3-385FD449B42A}" dt="2026-06-26T06:59:22.541" v="2058" actId="1076"/>
          <ac:spMkLst>
            <pc:docMk/>
            <pc:sldMk cId="3312129760" sldId="268"/>
            <ac:spMk id="3" creationId="{F24DAD42-AF61-83F3-3DE0-9DF001618884}"/>
          </ac:spMkLst>
        </pc:spChg>
      </pc:sldChg>
      <pc:sldChg chg="modSp new mod modTransition">
        <pc:chgData name="rick r" userId="172055a9e0ee7239" providerId="LiveId" clId="{0E0843A9-1C2F-44F7-B5E3-385FD449B42A}" dt="2026-06-26T07:03:03.865" v="2199"/>
        <pc:sldMkLst>
          <pc:docMk/>
          <pc:sldMk cId="562683951" sldId="269"/>
        </pc:sldMkLst>
        <pc:spChg chg="mod">
          <ac:chgData name="rick r" userId="172055a9e0ee7239" providerId="LiveId" clId="{0E0843A9-1C2F-44F7-B5E3-385FD449B42A}" dt="2026-06-26T06:59:38.775" v="2080" actId="1076"/>
          <ac:spMkLst>
            <pc:docMk/>
            <pc:sldMk cId="562683951" sldId="269"/>
            <ac:spMk id="2" creationId="{344CEED1-4BAA-95AE-0439-CD4F03DDDDFF}"/>
          </ac:spMkLst>
        </pc:spChg>
        <pc:spChg chg="mod">
          <ac:chgData name="rick r" userId="172055a9e0ee7239" providerId="LiveId" clId="{0E0843A9-1C2F-44F7-B5E3-385FD449B42A}" dt="2026-06-26T07:00:32.745" v="2181" actId="1076"/>
          <ac:spMkLst>
            <pc:docMk/>
            <pc:sldMk cId="562683951" sldId="269"/>
            <ac:spMk id="3" creationId="{2BD40C39-7779-523A-CE12-94432B9FFC6E}"/>
          </ac:spMkLst>
        </pc:spChg>
      </pc:sldChg>
      <pc:sldChg chg="new del">
        <pc:chgData name="rick r" userId="172055a9e0ee7239" providerId="LiveId" clId="{0E0843A9-1C2F-44F7-B5E3-385FD449B42A}" dt="2026-06-26T07:01:18.495" v="2183" actId="2696"/>
        <pc:sldMkLst>
          <pc:docMk/>
          <pc:sldMk cId="1356709378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AC3FEF-8193-4B89-AA51-BCC145DEEB4F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753C78-E6A1-458A-B0DD-2E5CAD058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124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53C78-E6A1-458A-B0DD-2E5CAD0580F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216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3A0A58E4-67E5-4FAF-93BE-C81E07A3B4A9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F75A839-0DB9-42D7-821B-D3BD6C2F1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215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A58E4-67E5-4FAF-93BE-C81E07A3B4A9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5A839-0DB9-42D7-821B-D3BD6C2F1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796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A0A58E4-67E5-4FAF-93BE-C81E07A3B4A9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7F75A839-0DB9-42D7-821B-D3BD6C2F1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7516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A58E4-67E5-4FAF-93BE-C81E07A3B4A9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5A839-0DB9-42D7-821B-D3BD6C2F1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341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A58E4-67E5-4FAF-93BE-C81E07A3B4A9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5A839-0DB9-42D7-821B-D3BD6C2F1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327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A58E4-67E5-4FAF-93BE-C81E07A3B4A9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5A839-0DB9-42D7-821B-D3BD6C2F1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825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A58E4-67E5-4FAF-93BE-C81E07A3B4A9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5A839-0DB9-42D7-821B-D3BD6C2F1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65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A58E4-67E5-4FAF-93BE-C81E07A3B4A9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F75A839-0DB9-42D7-821B-D3BD6C2F1E6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99654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3A0A58E4-67E5-4FAF-93BE-C81E07A3B4A9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F75A839-0DB9-42D7-821B-D3BD6C2F1E67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2848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A58E4-67E5-4FAF-93BE-C81E07A3B4A9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5A839-0DB9-42D7-821B-D3BD6C2F1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408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A58E4-67E5-4FAF-93BE-C81E07A3B4A9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5A839-0DB9-42D7-821B-D3BD6C2F1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68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0A58E4-67E5-4FAF-93BE-C81E07A3B4A9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F75A839-0DB9-42D7-821B-D3BD6C2F1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957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9AC97-1646-05C4-0D5A-6A9BAC5B61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Controller area network</a:t>
            </a:r>
            <a:br>
              <a:rPr lang="en-US" dirty="0"/>
            </a:br>
            <a:r>
              <a:rPr lang="en-US" dirty="0"/>
              <a:t>protocol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655DB-C9E4-CE69-3866-051BE770E0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50842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6911-C27E-B126-BF86-A7A08E428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37160"/>
            <a:ext cx="10058400" cy="1371600"/>
          </a:xfrm>
        </p:spPr>
        <p:txBody>
          <a:bodyPr/>
          <a:lstStyle/>
          <a:p>
            <a:r>
              <a:rPr lang="en-US" dirty="0"/>
              <a:t>Introduction: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EA4CC-8DBB-1E40-9E22-342FCED48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778001"/>
            <a:ext cx="11328400" cy="518159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CAN bus is a vehicle bus standard designed to allow microcontroller and devices to communicate with each other in vehicle.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It is a message based protocol.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It is present in both physical and data link layer of OSI (Open System Interconnection) layers.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CAN operates mainly at the Physical layer and Data link layer.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It is a multi-master serial bus.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6431622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5D831-8C0C-5114-14EE-7F211AC51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Controller Architecture: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84158C2-EDEB-BFC0-5135-5723A2611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5668" y="1849438"/>
            <a:ext cx="8158974" cy="451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253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26679-820E-C410-BA03-D732EC418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267" y="320861"/>
            <a:ext cx="10058400" cy="1371600"/>
          </a:xfrm>
        </p:spPr>
        <p:txBody>
          <a:bodyPr/>
          <a:lstStyle/>
          <a:p>
            <a:r>
              <a:rPr lang="en-US" dirty="0"/>
              <a:t>Message Frame: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261E0-1230-6111-1752-C9DCC0A1E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266" y="1784048"/>
            <a:ext cx="10803468" cy="6350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Start of frame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Arbitration field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Control field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Data field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CRC field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Acknowledgement field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End of frame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78584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5C19C-1802-284F-91F0-E585B6F11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Frame Structure: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2263F3D-E122-9AAF-81CB-0CDCC27F47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2824" y="2245655"/>
            <a:ext cx="7037727" cy="36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698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A5BF1-E42E-01BB-6B23-D52B0745E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CAN: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A26246-A239-83D6-3D9C-AB7B12DC2B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592" b="7546"/>
          <a:stretch>
            <a:fillRect/>
          </a:stretch>
        </p:blipFill>
        <p:spPr>
          <a:xfrm>
            <a:off x="1918412" y="2014194"/>
            <a:ext cx="7736868" cy="423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190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1CA6F-D569-246D-B6F3-649DC6D7A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CAN: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49628F-20E2-3313-6710-30B5F1B72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495" t="20699" r="-1495" b="6882"/>
          <a:stretch>
            <a:fillRect/>
          </a:stretch>
        </p:blipFill>
        <p:spPr>
          <a:xfrm>
            <a:off x="2211977" y="2014194"/>
            <a:ext cx="7559251" cy="410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271796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F0F2A-24D9-410D-2C6D-955464A30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" y="198457"/>
            <a:ext cx="10058400" cy="1371600"/>
          </a:xfrm>
        </p:spPr>
        <p:txBody>
          <a:bodyPr/>
          <a:lstStyle/>
          <a:p>
            <a:r>
              <a:rPr lang="en-US" dirty="0"/>
              <a:t>Real World Applications: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15CA5-A431-AD0B-B978-A69D04B8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828" y="1570056"/>
            <a:ext cx="10933612" cy="44301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Automotive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Military vehicles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Industrial machinery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Medical systems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Agriculture machinery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Marine control and navigation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Elevator control systems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18416035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D120C-3F31-2C7F-4E23-E6648F45A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908" y="233291"/>
            <a:ext cx="10058400" cy="1371600"/>
          </a:xfrm>
        </p:spPr>
        <p:txBody>
          <a:bodyPr/>
          <a:lstStyle/>
          <a:p>
            <a:r>
              <a:rPr lang="en-US" dirty="0"/>
              <a:t>CAN Characteristics: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36526-5B1F-78E1-5065-B2EA475A8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08" y="2168434"/>
            <a:ext cx="11299372" cy="567798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All messages are broadcast.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Any node is allowed to broadcast a message.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Each message contains an ID that identifies the source or content of a message.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Each receiver decides to process or ignore each message.</a:t>
            </a:r>
          </a:p>
        </p:txBody>
      </p:sp>
    </p:spTree>
    <p:extLst>
      <p:ext uri="{BB962C8B-B14F-4D97-AF65-F5344CB8AC3E}">
        <p14:creationId xmlns:p14="http://schemas.microsoft.com/office/powerpoint/2010/main" val="11055070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FD96A-581A-B38A-5C27-59BE4FFB4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1" y="137160"/>
            <a:ext cx="10058400" cy="1371600"/>
          </a:xfrm>
        </p:spPr>
        <p:txBody>
          <a:bodyPr/>
          <a:lstStyle/>
          <a:p>
            <a:r>
              <a:rPr lang="en-US" dirty="0"/>
              <a:t>Characteristics: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62078-996D-D710-F00E-FBF650CC3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58982"/>
            <a:ext cx="10058400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                 Bit Rate/Bus Length</a:t>
            </a:r>
          </a:p>
          <a:p>
            <a:pPr marL="0" indent="0">
              <a:buNone/>
            </a:pPr>
            <a:r>
              <a:rPr lang="en-US" sz="4000" dirty="0"/>
              <a:t>1M bit/sec                 40meters(131feet)</a:t>
            </a:r>
          </a:p>
          <a:p>
            <a:pPr marL="0" indent="0">
              <a:buNone/>
            </a:pPr>
            <a:r>
              <a:rPr lang="en-US" sz="4000" dirty="0"/>
              <a:t>500k bit/sec              100meters(328 feet)</a:t>
            </a:r>
          </a:p>
          <a:p>
            <a:pPr marL="0" indent="0">
              <a:buNone/>
            </a:pPr>
            <a:r>
              <a:rPr lang="en-US" sz="4000" dirty="0"/>
              <a:t>250k bit/sec              200meters(656 feet)</a:t>
            </a:r>
          </a:p>
          <a:p>
            <a:pPr marL="0" indent="0">
              <a:buNone/>
            </a:pPr>
            <a:r>
              <a:rPr lang="en-US" sz="4000" dirty="0"/>
              <a:t>125k bit/sec             500meters(1640feet)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4034131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CD261-9059-2DD4-E9C6-E33E202FC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577" y="233291"/>
            <a:ext cx="10058400" cy="1371600"/>
          </a:xfrm>
        </p:spPr>
        <p:txBody>
          <a:bodyPr/>
          <a:lstStyle/>
          <a:p>
            <a:r>
              <a:rPr lang="en-US" dirty="0"/>
              <a:t>CAN Arbitration: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911F5-8CA7-FF52-7945-AA727F313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371" y="1463039"/>
            <a:ext cx="11025052" cy="464166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CSMA/CA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All nodes must wait for an idle bus condition.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If two nodes begin transmitting simultaneously, they then participate in an arbitration process.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Wired-AND mechanism.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The node with the lower ID number wins the arbitration and continues transmitting its message.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The loser of the arbitration backs off and re-tries.</a:t>
            </a:r>
          </a:p>
        </p:txBody>
      </p:sp>
    </p:spTree>
    <p:extLst>
      <p:ext uri="{BB962C8B-B14F-4D97-AF65-F5344CB8AC3E}">
        <p14:creationId xmlns:p14="http://schemas.microsoft.com/office/powerpoint/2010/main" val="15303981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CF3EA-4EC2-7AEA-1D17-EA0B85D3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405" y="224583"/>
            <a:ext cx="10058400" cy="1371600"/>
          </a:xfrm>
        </p:spPr>
        <p:txBody>
          <a:bodyPr>
            <a:normAutofit fontScale="90000"/>
          </a:bodyPr>
          <a:lstStyle/>
          <a:p>
            <a:r>
              <a:rPr lang="en-US" dirty="0"/>
              <a:t>CAN Data Protection and Error Handling: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13F0F-4FCF-CC08-4918-3500EA62D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777" y="1883566"/>
            <a:ext cx="10968446" cy="474365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Bit Monitoring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Sender task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Compares every bit placed on the CAN bus with the actual bus level.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Descripency</a:t>
            </a:r>
            <a:r>
              <a:rPr lang="en-US" dirty="0"/>
              <a:t> indicates a bit monitoring error and results in error handling.</a:t>
            </a:r>
          </a:p>
          <a:p>
            <a:pPr marL="0" indent="0">
              <a:buNone/>
            </a:pPr>
            <a:r>
              <a:rPr lang="en-US" dirty="0"/>
              <a:t>Stuff check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Receiver task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Compares arriving k bit stream for a sequence of six homogeneous bits.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Detection of a sixth homogeneous bit indicates bit stuffing error and results in error handling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609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0BFC6-6D2B-A3C3-3F67-66AAE43D5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531" y="294251"/>
            <a:ext cx="10058400" cy="1371600"/>
          </a:xfrm>
        </p:spPr>
        <p:txBody>
          <a:bodyPr/>
          <a:lstStyle/>
          <a:p>
            <a:r>
              <a:rPr lang="en-US" dirty="0"/>
              <a:t> CAN Advantages: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DAD42-AF61-83F3-3DE0-9DF001618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126" y="2068285"/>
            <a:ext cx="10058400" cy="39319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High performance under light loads.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Low cost.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Reliable.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Robust.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312129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CEED1-4BAA-95AE-0439-CD4F03DDD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697" y="268125"/>
            <a:ext cx="10058400" cy="1371600"/>
          </a:xfrm>
        </p:spPr>
        <p:txBody>
          <a:bodyPr/>
          <a:lstStyle/>
          <a:p>
            <a:r>
              <a:rPr lang="en-US" dirty="0"/>
              <a:t>CAN Disadvantages: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40C39-7779-523A-CE12-94432B9FF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544" y="2111829"/>
            <a:ext cx="10058400" cy="39319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Unfair access: Node with high priority can hog the network.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Starvation for some particular nodes.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562683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95</TotalTime>
  <Words>378</Words>
  <Application>Microsoft Office PowerPoint</Application>
  <PresentationFormat>Widescreen</PresentationFormat>
  <Paragraphs>63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Century Gothic</vt:lpstr>
      <vt:lpstr>Garamond</vt:lpstr>
      <vt:lpstr>Wingdings</vt:lpstr>
      <vt:lpstr>Savon</vt:lpstr>
      <vt:lpstr>Controller area network protocol</vt:lpstr>
      <vt:lpstr>Introduction:</vt:lpstr>
      <vt:lpstr>CAN Controller Architecture:</vt:lpstr>
      <vt:lpstr>Message Frame:</vt:lpstr>
      <vt:lpstr>Message Frame Structure:</vt:lpstr>
      <vt:lpstr>Before CAN:</vt:lpstr>
      <vt:lpstr>After CAN:</vt:lpstr>
      <vt:lpstr>Real World Applications:</vt:lpstr>
      <vt:lpstr>CAN Characteristics:</vt:lpstr>
      <vt:lpstr>Characteristics:</vt:lpstr>
      <vt:lpstr>CAN Arbitration:</vt:lpstr>
      <vt:lpstr>CAN Data Protection and Error Handling:</vt:lpstr>
      <vt:lpstr> CAN Advantages:</vt:lpstr>
      <vt:lpstr>CAN Disadvantages: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rick r</dc:creator>
  <cp:lastModifiedBy>rick r</cp:lastModifiedBy>
  <cp:revision>1</cp:revision>
  <dcterms:created xsi:type="dcterms:W3CDTF">2026-06-25T16:51:46Z</dcterms:created>
  <dcterms:modified xsi:type="dcterms:W3CDTF">2026-06-26T07:03:05Z</dcterms:modified>
</cp:coreProperties>
</file>